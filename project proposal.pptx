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Nova" panose="02000000000000000000" pitchFamily="2" charset="0"/>
      <p:regular r:id="rId10"/>
    </p:embeddedFont>
    <p:embeddedFont>
      <p:font typeface="Arial Nova Bold" panose="020B0804020202020204" pitchFamily="34" charset="0"/>
      <p:regular r:id="rId11"/>
    </p:embeddedFont>
    <p:embeddedFont>
      <p:font typeface="Museo Moderno Bold Italics" pitchFamily="2" charset="0"/>
      <p:regular r:id="rId12"/>
    </p:embeddedFont>
    <p:embeddedFont>
      <p:font typeface="Museo Moderno Italics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4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59901"/>
            <a:ext cx="228174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67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presented by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84690" y="718308"/>
            <a:ext cx="9176176" cy="2209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spc="-1385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503131"/>
            <a:ext cx="5508978" cy="69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Rheian Jay G. Negad</a:t>
            </a:r>
          </a:p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Elvin Jerald U. Lim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18308"/>
            <a:ext cx="1176662" cy="2209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i="1" spc="-1385">
                <a:solidFill>
                  <a:srgbClr val="1D2024"/>
                </a:solidFill>
                <a:latin typeface="Museo Moderno Bold Italics"/>
                <a:ea typeface="Museo Moderno Bold Italics"/>
                <a:cs typeface="Museo Moderno Bold Italics"/>
                <a:sym typeface="Museo Moderno Bold Italics"/>
              </a:rPr>
              <a:t>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690" y="2444776"/>
            <a:ext cx="9176176" cy="221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spc="-1385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roposal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452361"/>
            <a:ext cx="1176662" cy="2209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i="1" spc="-1385">
                <a:solidFill>
                  <a:srgbClr val="1D2024"/>
                </a:solidFill>
                <a:latin typeface="Museo Moderno Bold Italics"/>
                <a:ea typeface="Museo Moderno Bold Italics"/>
                <a:cs typeface="Museo Moderno Bold Italics"/>
                <a:sym typeface="Museo Moderno Bold Italics"/>
              </a:rPr>
              <a:t>p</a:t>
            </a:r>
          </a:p>
        </p:txBody>
      </p:sp>
      <p:sp>
        <p:nvSpPr>
          <p:cNvPr id="8" name="TextBox 8"/>
          <p:cNvSpPr txBox="1"/>
          <p:nvPr/>
        </p:nvSpPr>
        <p:spPr>
          <a:xfrm rot="5400000">
            <a:off x="13007474" y="4709762"/>
            <a:ext cx="5349966" cy="10974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97"/>
              </a:lnSpc>
            </a:pPr>
            <a:r>
              <a:rPr lang="en-US" sz="64498" i="1" spc="-3869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892144"/>
            <a:ext cx="8782790" cy="222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1"/>
              </a:lnSpc>
            </a:pPr>
            <a:r>
              <a:rPr lang="en-US" sz="8959" b="1" spc="-716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Canteen Self-Checkout Registry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652452"/>
            <a:ext cx="8734844" cy="364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Manual checkout methods cause slow service.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Students spend a lot of time waiting in line, causing them to be late to class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We need a system for fast, accurate transactions.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Our project builds a self-checkout prototype.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This prototype speeds up the buying process.</a:t>
            </a:r>
          </a:p>
          <a:p>
            <a:pPr algn="just">
              <a:lnSpc>
                <a:spcPts val="4199"/>
              </a:lnSpc>
            </a:pPr>
            <a:endParaRPr lang="en-US" sz="2999" spc="-149">
              <a:solidFill>
                <a:srgbClr val="F8F8F8"/>
              </a:solidFill>
              <a:latin typeface="Arial Nova"/>
              <a:ea typeface="Arial Nova"/>
              <a:cs typeface="Arial Nova"/>
              <a:sym typeface="Arial Nova"/>
            </a:endParaRPr>
          </a:p>
        </p:txBody>
      </p:sp>
      <p:sp>
        <p:nvSpPr>
          <p:cNvPr id="4" name="TextBox 4"/>
          <p:cNvSpPr txBox="1"/>
          <p:nvPr/>
        </p:nvSpPr>
        <p:spPr>
          <a:xfrm rot="3440989">
            <a:off x="15965218" y="3216557"/>
            <a:ext cx="3213715" cy="66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1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id="5" name="Freeform 5"/>
          <p:cNvSpPr/>
          <p:nvPr/>
        </p:nvSpPr>
        <p:spPr>
          <a:xfrm>
            <a:off x="15751494" y="7711806"/>
            <a:ext cx="1507806" cy="1546494"/>
          </a:xfrm>
          <a:custGeom>
            <a:avLst/>
            <a:gdLst/>
            <a:ahLst/>
            <a:cxnLst/>
            <a:rect l="l" t="t" r="r" b="b"/>
            <a:pathLst>
              <a:path w="1507806" h="1546494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512875"/>
            <a:ext cx="7652896" cy="227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b="1" spc="-73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 Statement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1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id="4" name="Freeform 4"/>
          <p:cNvSpPr/>
          <p:nvPr/>
        </p:nvSpPr>
        <p:spPr>
          <a:xfrm rot="-2903202">
            <a:off x="16397959" y="1204899"/>
            <a:ext cx="1507806" cy="1546494"/>
          </a:xfrm>
          <a:custGeom>
            <a:avLst/>
            <a:gdLst/>
            <a:ahLst/>
            <a:cxnLst/>
            <a:rect l="l" t="t" r="r" b="b"/>
            <a:pathLst>
              <a:path w="1507806" h="1546494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48620" y="1309559"/>
            <a:ext cx="7652896" cy="117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b="1" spc="-73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66819"/>
            <a:ext cx="675944" cy="127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1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8620" y="3981751"/>
            <a:ext cx="11885553" cy="2485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6"/>
              </a:lnSpc>
            </a:pPr>
            <a:r>
              <a:rPr lang="en-US" sz="6806" b="1" spc="-544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Develop a simple Python program that simulates a canteen self-checkout</a:t>
            </a: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623877"/>
            <a:ext cx="11459289" cy="342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09"/>
              </a:lnSpc>
            </a:pPr>
            <a:r>
              <a:rPr lang="en-US" sz="3935" spc="-196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- Program matches student number to student name.</a:t>
            </a:r>
          </a:p>
          <a:p>
            <a:pPr algn="just">
              <a:lnSpc>
                <a:spcPts val="5509"/>
              </a:lnSpc>
            </a:pPr>
            <a:r>
              <a:rPr lang="en-US" sz="3935" spc="-196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​- System displays the food menu and prices.</a:t>
            </a:r>
          </a:p>
          <a:p>
            <a:pPr algn="just">
              <a:lnSpc>
                <a:spcPts val="5509"/>
              </a:lnSpc>
            </a:pPr>
            <a:r>
              <a:rPr lang="en-US" sz="3935" spc="-196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​- Program deducts item cost from current balance.</a:t>
            </a:r>
          </a:p>
          <a:p>
            <a:pPr algn="just">
              <a:lnSpc>
                <a:spcPts val="5509"/>
              </a:lnSpc>
            </a:pPr>
            <a:r>
              <a:rPr lang="en-US" sz="3935" spc="-196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​- System outputs the purchase confirmation.</a:t>
            </a:r>
          </a:p>
          <a:p>
            <a:pPr algn="just">
              <a:lnSpc>
                <a:spcPts val="5509"/>
              </a:lnSpc>
            </a:pPr>
            <a:r>
              <a:rPr lang="en-US" sz="3935" spc="-196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- ​Program displays your new, updated balance.</a:t>
            </a:r>
          </a:p>
        </p:txBody>
      </p:sp>
      <p:sp>
        <p:nvSpPr>
          <p:cNvPr id="4" name="TextBox 4"/>
          <p:cNvSpPr txBox="1"/>
          <p:nvPr/>
        </p:nvSpPr>
        <p:spPr>
          <a:xfrm rot="3440989">
            <a:off x="15965218" y="3216557"/>
            <a:ext cx="3213715" cy="66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1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id="5" name="Freeform 5"/>
          <p:cNvSpPr/>
          <p:nvPr/>
        </p:nvSpPr>
        <p:spPr>
          <a:xfrm>
            <a:off x="15751494" y="7711806"/>
            <a:ext cx="1507806" cy="1546494"/>
          </a:xfrm>
          <a:custGeom>
            <a:avLst/>
            <a:gdLst/>
            <a:ahLst/>
            <a:cxnLst/>
            <a:rect l="l" t="t" r="r" b="b"/>
            <a:pathLst>
              <a:path w="1507806" h="1546494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66819"/>
            <a:ext cx="8115300" cy="240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7"/>
              </a:lnSpc>
            </a:pPr>
            <a:r>
              <a:rPr lang="en-US" sz="9702" b="1" spc="-776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  </a:t>
            </a:r>
            <a:r>
              <a:rPr lang="en-US" sz="9702" spc="-776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ore</a:t>
            </a:r>
          </a:p>
          <a:p>
            <a:pPr algn="l">
              <a:lnSpc>
                <a:spcPts val="9217"/>
              </a:lnSpc>
            </a:pPr>
            <a:r>
              <a:rPr lang="en-US" sz="9702" spc="-776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66819"/>
            <a:ext cx="675944" cy="127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1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C</a:t>
            </a: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1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id="4" name="Freeform 4"/>
          <p:cNvSpPr/>
          <p:nvPr/>
        </p:nvSpPr>
        <p:spPr>
          <a:xfrm rot="-2903202">
            <a:off x="16397959" y="1204899"/>
            <a:ext cx="1507806" cy="1546494"/>
          </a:xfrm>
          <a:custGeom>
            <a:avLst/>
            <a:gdLst/>
            <a:ahLst/>
            <a:cxnLst/>
            <a:rect l="l" t="t" r="r" b="b"/>
            <a:pathLst>
              <a:path w="1507806" h="1546494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04644" y="1309551"/>
            <a:ext cx="7652896" cy="117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66819"/>
            <a:ext cx="675944" cy="127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1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6672" y="3207711"/>
            <a:ext cx="12024289" cy="6050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7"/>
              </a:lnSpc>
            </a:pPr>
            <a:r>
              <a:rPr lang="en-US" sz="6271" b="1" spc="-50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process follows key steps.</a:t>
            </a:r>
          </a:p>
          <a:p>
            <a:pPr algn="l">
              <a:lnSpc>
                <a:spcPts val="5957"/>
              </a:lnSpc>
            </a:pPr>
            <a:r>
              <a:rPr lang="en-US" sz="6271" b="1" spc="-50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</a:t>
            </a:r>
          </a:p>
          <a:p>
            <a:pPr algn="l">
              <a:lnSpc>
                <a:spcPts val="5957"/>
              </a:lnSpc>
            </a:pPr>
            <a:r>
              <a:rPr lang="en-US" sz="6271" b="1" spc="-50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1. Enter your Student Number.</a:t>
            </a:r>
          </a:p>
          <a:p>
            <a:pPr algn="l">
              <a:lnSpc>
                <a:spcPts val="5957"/>
              </a:lnSpc>
            </a:pPr>
            <a:r>
              <a:rPr lang="en-US" sz="6271" b="1" spc="-50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​2. System greets you and shows your balance.</a:t>
            </a:r>
          </a:p>
          <a:p>
            <a:pPr algn="l">
              <a:lnSpc>
                <a:spcPts val="5957"/>
              </a:lnSpc>
            </a:pPr>
            <a:r>
              <a:rPr lang="en-US" sz="6271" b="1" spc="-50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</a:t>
            </a:r>
            <a:r>
              <a:rPr lang="en-US" sz="6271" spc="-501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. </a:t>
            </a:r>
            <a:r>
              <a:rPr lang="en-US" sz="6271" b="1" spc="-50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You select an item number.</a:t>
            </a:r>
          </a:p>
          <a:p>
            <a:pPr algn="l">
              <a:lnSpc>
                <a:spcPts val="5957"/>
              </a:lnSpc>
            </a:pPr>
            <a:r>
              <a:rPr lang="en-US" sz="6271" b="1" spc="-50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​4. Program processes the transaction.</a:t>
            </a:r>
          </a:p>
          <a:p>
            <a:pPr algn="l">
              <a:lnSpc>
                <a:spcPts val="5957"/>
              </a:lnSpc>
            </a:pPr>
            <a:r>
              <a:rPr lang="en-US" sz="6271" b="1" spc="-50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​5. System displays the new balance.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04644" y="4208289"/>
            <a:ext cx="11963047" cy="4276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2"/>
              </a:lnSpc>
            </a:pPr>
            <a:r>
              <a:rPr lang="en-US" sz="4108" spc="-205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Input: Student Number: 04-2024-067</a:t>
            </a:r>
          </a:p>
          <a:p>
            <a:pPr algn="just">
              <a:lnSpc>
                <a:spcPts val="5752"/>
              </a:lnSpc>
            </a:pPr>
            <a:r>
              <a:rPr lang="en-US" sz="4108" spc="-205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Output: Welcome Dela Cruz, Juan. Balance: ₱150.0</a:t>
            </a:r>
          </a:p>
          <a:p>
            <a:pPr algn="just">
              <a:lnSpc>
                <a:spcPts val="5752"/>
              </a:lnSpc>
            </a:pPr>
            <a:r>
              <a:rPr lang="en-US" sz="4108" spc="-205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[Menu/Stalls]</a:t>
            </a:r>
          </a:p>
          <a:p>
            <a:pPr algn="just">
              <a:lnSpc>
                <a:spcPts val="5752"/>
              </a:lnSpc>
            </a:pPr>
            <a:r>
              <a:rPr lang="en-US" sz="4108" spc="-205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​Input: Choose item number: 1 (Burger: ₱35.0)</a:t>
            </a:r>
          </a:p>
          <a:p>
            <a:pPr algn="just">
              <a:lnSpc>
                <a:spcPts val="5752"/>
              </a:lnSpc>
            </a:pPr>
            <a:r>
              <a:rPr lang="en-US" sz="4108" spc="-205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Output: Bought Burger</a:t>
            </a:r>
          </a:p>
          <a:p>
            <a:pPr algn="just">
              <a:lnSpc>
                <a:spcPts val="5752"/>
              </a:lnSpc>
            </a:pPr>
            <a:r>
              <a:rPr lang="en-US" sz="4108" spc="-205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Output: New balance: ₱115.0</a:t>
            </a:r>
          </a:p>
        </p:txBody>
      </p:sp>
      <p:sp>
        <p:nvSpPr>
          <p:cNvPr id="4" name="TextBox 4"/>
          <p:cNvSpPr txBox="1"/>
          <p:nvPr/>
        </p:nvSpPr>
        <p:spPr>
          <a:xfrm rot="3440989">
            <a:off x="15965218" y="3216557"/>
            <a:ext cx="3213715" cy="66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1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id="5" name="Freeform 5"/>
          <p:cNvSpPr/>
          <p:nvPr/>
        </p:nvSpPr>
        <p:spPr>
          <a:xfrm>
            <a:off x="15751494" y="7711806"/>
            <a:ext cx="1507806" cy="1546494"/>
          </a:xfrm>
          <a:custGeom>
            <a:avLst/>
            <a:gdLst/>
            <a:ahLst/>
            <a:cxnLst/>
            <a:rect l="l" t="t" r="r" b="b"/>
            <a:pathLst>
              <a:path w="1507806" h="1546494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47797"/>
            <a:ext cx="7652896" cy="227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b="1" spc="-73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   xample </a:t>
            </a:r>
          </a:p>
          <a:p>
            <a:pPr algn="l">
              <a:lnSpc>
                <a:spcPts val="8691"/>
              </a:lnSpc>
            </a:pPr>
            <a:r>
              <a:rPr lang="en-US" sz="9149" b="1" spc="-73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Output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66825"/>
            <a:ext cx="675944" cy="127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1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1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id="4" name="Freeform 4"/>
          <p:cNvSpPr/>
          <p:nvPr/>
        </p:nvSpPr>
        <p:spPr>
          <a:xfrm rot="-2903202">
            <a:off x="16397959" y="1204899"/>
            <a:ext cx="1507806" cy="1546494"/>
          </a:xfrm>
          <a:custGeom>
            <a:avLst/>
            <a:gdLst/>
            <a:ahLst/>
            <a:cxnLst/>
            <a:rect l="l" t="t" r="r" b="b"/>
            <a:pathLst>
              <a:path w="1507806" h="1546494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83371" y="3660754"/>
            <a:ext cx="11075929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Security is absent. Anyone with someone else's student number buy food without permission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4644" y="1361998"/>
            <a:ext cx="7652896" cy="117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b="1" spc="-731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imitations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74460"/>
            <a:ext cx="732953" cy="138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1"/>
              </a:lnSpc>
            </a:pPr>
            <a:r>
              <a:rPr lang="en-US" sz="10790" i="1" spc="-863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76048" y="3705205"/>
            <a:ext cx="3826448" cy="49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b="1" spc="-319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83371" y="5756255"/>
            <a:ext cx="11075929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Data storage uses temporary Python lists. Data is lost after program use.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76048" y="5762606"/>
            <a:ext cx="3826448" cy="49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b="1" spc="-319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Data Storage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83371" y="7793366"/>
            <a:ext cx="11075929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System accepts student numbers for now. Faculty and staff cannot use it.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We address these in the next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55892" y="7955291"/>
            <a:ext cx="3826448" cy="49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b="1" spc="-319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Student only</a:t>
            </a:r>
          </a:p>
        </p:txBody>
      </p:sp>
      <p:sp>
        <p:nvSpPr>
          <p:cNvPr id="13" name="Freeform 13"/>
          <p:cNvSpPr/>
          <p:nvPr/>
        </p:nvSpPr>
        <p:spPr>
          <a:xfrm rot="-2903202">
            <a:off x="2463754" y="3753774"/>
            <a:ext cx="322624" cy="330902"/>
          </a:xfrm>
          <a:custGeom>
            <a:avLst/>
            <a:gdLst/>
            <a:ahLst/>
            <a:cxnLst/>
            <a:rect l="l" t="t" r="r" b="b"/>
            <a:pathLst>
              <a:path w="322624" h="330902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2903202">
            <a:off x="2463754" y="5817874"/>
            <a:ext cx="322624" cy="330902"/>
          </a:xfrm>
          <a:custGeom>
            <a:avLst/>
            <a:gdLst/>
            <a:ahLst/>
            <a:cxnLst/>
            <a:rect l="l" t="t" r="r" b="b"/>
            <a:pathLst>
              <a:path w="322624" h="330902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2903202">
            <a:off x="2463754" y="7879033"/>
            <a:ext cx="322624" cy="330902"/>
          </a:xfrm>
          <a:custGeom>
            <a:avLst/>
            <a:gdLst/>
            <a:ahLst/>
            <a:cxnLst/>
            <a:rect l="l" t="t" r="r" b="b"/>
            <a:pathLst>
              <a:path w="322624" h="330902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59901"/>
            <a:ext cx="3343998" cy="48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67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Thanks for Listening!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84690" y="1447816"/>
            <a:ext cx="9176176" cy="220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spc="-1385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447816"/>
            <a:ext cx="1176662" cy="220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i="1" spc="-1385">
                <a:solidFill>
                  <a:srgbClr val="1D2024"/>
                </a:solidFill>
                <a:latin typeface="Museo Moderno Bold Italics"/>
                <a:ea typeface="Museo Moderno Bold Italics"/>
                <a:cs typeface="Museo Moderno Bold Italics"/>
                <a:sym typeface="Museo Moderno Bold Italics"/>
              </a:rPr>
              <a:t>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84690" y="4488178"/>
            <a:ext cx="10324411" cy="2216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spc="-1385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resentation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8028" y="4488178"/>
            <a:ext cx="1176662" cy="220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i="1" spc="-1385">
                <a:solidFill>
                  <a:srgbClr val="1D2024"/>
                </a:solidFill>
                <a:latin typeface="Museo Moderno Bold Italics"/>
                <a:ea typeface="Museo Moderno Bold Italics"/>
                <a:cs typeface="Museo Moderno Bold Italics"/>
                <a:sym typeface="Museo Moderno Bold Italics"/>
              </a:rPr>
              <a:t>p</a:t>
            </a:r>
          </a:p>
        </p:txBody>
      </p:sp>
      <p:sp>
        <p:nvSpPr>
          <p:cNvPr id="7" name="TextBox 7"/>
          <p:cNvSpPr txBox="1"/>
          <p:nvPr/>
        </p:nvSpPr>
        <p:spPr>
          <a:xfrm rot="5400000">
            <a:off x="13007474" y="4709762"/>
            <a:ext cx="5349966" cy="10974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97"/>
              </a:lnSpc>
            </a:pPr>
            <a:r>
              <a:rPr lang="en-US" sz="64498" i="1" spc="-3869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8028" y="3173987"/>
            <a:ext cx="9176176" cy="220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b="1" spc="-1385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of</a:t>
            </a:r>
          </a:p>
        </p:txBody>
      </p:sp>
    </p:spTree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</dc:title>
  <cp:lastModifiedBy>rheianjay274@gmail.com</cp:lastModifiedBy>
  <cp:revision>2</cp:revision>
  <dcterms:created xsi:type="dcterms:W3CDTF">2006-08-16T00:00:00Z</dcterms:created>
  <dcterms:modified xsi:type="dcterms:W3CDTF">2025-12-23T00:02:30Z</dcterms:modified>
  <dc:identifier>DAG5pn3RdiM</dc:identifier>
</cp:coreProperties>
</file>